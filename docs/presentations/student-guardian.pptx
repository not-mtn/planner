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4630400" cy="113385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Actual Planner screens, captured with fictional local sample data. Personal, Student and Guardian remain distinct. This is a visual walkthrough—not proof of live cross-account sync, video playback, media upload or AI operation.</a:t>
            </a:r>
          </a:p>
          <a:p>
            <a:r>
              <a:t>Screenshot: 01-panels.png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Momentum, praise and current priorities bring the next study action into view.</a:t>
            </a:r>
          </a:p>
          <a:p>
            <a:r>
              <a:t>Screenshot: 02-student-today.png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Filter open study work, create subject-linked tasks, complete them or start focus. Upcoming exams can create revision drafts.</a:t>
            </a:r>
          </a:p>
          <a:p>
            <a:r>
              <a:t>Screenshot: 03-study-queue.png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a subject, title, date and estimated minutes. These are the student’s own tasks.</a:t>
            </a:r>
          </a:p>
          <a:p>
            <a:r>
              <a:t>Screenshot: 04-task-form.png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 starts focus, studies and ends the session. Logged minutes feed subject and weekly progress.</a:t>
            </a:r>
          </a:p>
          <a:p>
            <a:r>
              <a:t>Screenshot: 26-focus.png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Track study time by subject, set weekly targets and exam dates. Rename without losing attribution; remove trackers without deleting tasks.</a:t>
            </a:r>
          </a:p>
          <a:p>
            <a:r>
              <a:t>Screenshot: 07-subjects.png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Subject name, exam date and weekly focus target remain under the student’s control.</a:t>
            </a:r>
          </a:p>
          <a:p>
            <a:r>
              <a:t>Screenshot: 08-subject-edit.png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weekly completion, focus and subject trends. Optional AI interprets the shared numbers.</a:t>
            </a:r>
          </a:p>
          <a:p>
            <a:r>
              <a:t>Screenshot: 05-student-week.png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guardian’s note is a conversation; a suggested goal is accepted or declined by the student.</a:t>
            </a:r>
          </a:p>
          <a:p>
            <a:r>
              <a:t>Screenshot: 06-inbox.png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Classes are hosted video links with completion marks. Homework carries instructions and an optional deadline.</a:t>
            </a:r>
          </a:p>
          <a:p>
            <a:r>
              <a:t>Screenshot: 09-student-classes.png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one to three JPEG, PNG or WebP photos (8 MB each maximum). The app encrypts them before upload; guardian approval deletes hosted photos.</a:t>
            </a:r>
          </a:p>
          <a:p>
            <a:r>
              <a:t>Screenshot: 10-homework-upload.png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who receives results. Connecting accounts requires the configured server; this presentation uses local sample data.</a:t>
            </a:r>
          </a:p>
          <a:p>
            <a:r>
              <a:t>Screenshot: 11-sharing.png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Weekly counts, focus, up to four subject totals and the chosen headline—not private task text, notes, exam dates, targets or detailed reasons.</a:t>
            </a:r>
          </a:p>
          <a:p>
            <a:r>
              <a:t>Screenshot: 12-share-preview.png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Search, filter freshness and sort students. Pending invitations and accepted links awaiting first results are different states.</a:t>
            </a:r>
          </a:p>
          <a:p>
            <a:r>
              <a:t>Screenshot: 13-guardian-roster.png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Invite by username, then share the code or QR link for the student to accept. Pending, linked and awaiting-first-results states stay distinct. This local demo does not create a live invitation.</a:t>
            </a:r>
          </a:p>
          <a:p>
            <a:r>
              <a:t>Screenshot: 14-invitation.png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guardian reviews shared totals, charts, currentness and sent-plan progress—not the student’s private planner.</a:t>
            </a:r>
          </a:p>
          <a:p>
            <a:r>
              <a:t>Screenshot: 15-guardian-week.png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Send editable suggestions with dates, subjects, effort and optional start/end times. Preview total effort before sending.</a:t>
            </a:r>
          </a:p>
          <a:p>
            <a:r>
              <a:t>Screenshot: 17-step-plan.png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Templates create editable steps, not silent personal tasks. Current-period suggestions start today rather than assigning elapsed days.</a:t>
            </a:r>
          </a:p>
          <a:p>
            <a:r>
              <a:t>Screenshot: 18-plan-template.png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Iranian curriculum lessons (grades 10–12), field/grade, lesson times, rest days and prep links. A warning flags heavy pre-exam loads. Offline guardian plans queue for later delivery; sending requires a configured account link.</a:t>
            </a:r>
          </a:p>
          <a:p>
            <a:r>
              <a:t>Screenshot: 19-lesson-composer.png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Guardian → student: the same timed lessons and prep links. Student → guardian: ticks and daily reports. Ask for a plan, move unfinished work or request a change. Preview/print offers a narrative week and wall timetable.</a:t>
            </a:r>
          </a:p>
          <a:p>
            <a:r>
              <a:t>Screenshot: 28-student-plan.png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 reports return completed lessons and an optional note. Guardian can mark seen, reply, react and approve. Missing reports do not block the panel, but can restrict lesson/report actions until catch-up. One weekly repair is available.</a:t>
            </a:r>
          </a:p>
          <a:p>
            <a:r>
              <a:t>Screenshot: 16-week-plan.png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Request a lesson addition/removal with a reason. Nothing changes until the guardian approves; decline can include a reply.</a:t>
            </a:r>
          </a:p>
          <a:p>
            <a:r>
              <a:t>Screenshot: 29-change-request.png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Guardian edits today/future lessons; past ticks and reports stay locked. At period end, summaries replace item detail; guardian sign-off closes a plan. Students can delete eligible old plans or plans from disconnected guardians.</a:t>
            </a:r>
          </a:p>
          <a:p>
            <a:r>
              <a:t>Screenshot: 25-change-plan.png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a class title, subject, description and external video link. Multi-select students; each keeps an independent completion status.</a:t>
            </a:r>
          </a:p>
          <a:p>
            <a:r>
              <a:t>Screenshot: 20-guardian-classes.png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 instructions/deadlines to selected students. Review decrypts submitted photos; approval deletes hosted photos and retains status plus feedback. This local demo has no uploaded photos: live upload/review was not tested.</a:t>
            </a:r>
          </a:p>
          <a:p>
            <a:r>
              <a:t>Screenshot: 21-guardian-homework.png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AI suggests questions from shared results; edit a question into a note before sending. Generate a meeting one-pager. AI needs a configured service and sends request-relevant context to its provider; no live AI response is shown.</a:t>
            </a:r>
          </a:p>
          <a:p>
            <a:r>
              <a:t>Screenshot: 22-support.png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encouragement distinct from tasks. Goal suggestions become personal goals only when the student accepts.</a:t>
            </a:r>
          </a:p>
          <a:p>
            <a:r>
              <a:t>Screenshot: 23-praise-goals.png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Guardian writes the goal, optional target and steps. The student chooses Take it on or Not now; accepting creates a personal goal.</a:t>
            </a:r>
          </a:p>
          <a:p>
            <a:r>
              <a:t>Screenshot: 30-goal-form.png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Responsive tabs and touch-friendly controls support daily use. The same panels support light/dark themes and Persian RTL.</a:t>
            </a:r>
          </a:p>
          <a:p>
            <a:r>
              <a:t>Screenshot: 24-mobile.png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 and guardian workflows support light/dark themes, keyboard navigation and responsive layouts.</a:t>
            </a:r>
          </a:p>
          <a:p>
            <a:r>
              <a:t>Screenshot: 31-dark.png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→ Guardian suggests a plan/assigns work → Student studies, ticks and reports → Guardian reviews, replies and supports → Both adapt. Weekly snapshots share totals, not private planner details. Remote delivery happens after sync.</a:t>
            </a:r>
          </a:p>
          <a:p>
            <a:r>
              <a:t>Screenshot: 12-share-preview.png</a:t>
            </a:r>
          </a:p>
          <a:p>
            <a:r>
              <a:t>Actual app running locally; sample state. No live backend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Choose a workspace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01/31</a:t>
            </a:r>
          </a:p>
        </p:txBody>
      </p:sp>
      <p:pic>
        <p:nvPicPr>
          <p:cNvPr id="4" name="Picture 3" descr="01-pa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Actual Planner screens, captured with fictional local sample data. Personal, Student and Guardian remain distinct. This is a visual walkthrough—not proof of live cross-account sync, video playback, media upload or AI operation.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Student: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02/31</a:t>
            </a:r>
          </a:p>
        </p:txBody>
      </p:sp>
      <p:pic>
        <p:nvPicPr>
          <p:cNvPr id="4" name="Picture 3" descr="02-student-to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Momentum, praise and current priorities bring the next study action into 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Study queue and exams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03/31</a:t>
            </a:r>
          </a:p>
        </p:txBody>
      </p:sp>
      <p:pic>
        <p:nvPicPr>
          <p:cNvPr id="4" name="Picture 3" descr="03-study-que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Filter open study work, create subject-linked tasks, complete them or start focus. Upcoming exams can create revision drafts.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Create a study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04/31</a:t>
            </a:r>
          </a:p>
        </p:txBody>
      </p:sp>
      <p:pic>
        <p:nvPicPr>
          <p:cNvPr id="4" name="Picture 3" descr="04-task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Choose a subject, title, date and estimated minutes. These are the student’s own tasks.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Start a focused study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05/31</a:t>
            </a:r>
          </a:p>
        </p:txBody>
      </p:sp>
      <p:pic>
        <p:nvPicPr>
          <p:cNvPr id="4" name="Picture 3" descr="26-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Student starts focus, studies and ends the session. Logged minutes feed subject and weekly progress.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Subjects, exam dates and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06/31</a:t>
            </a:r>
          </a:p>
        </p:txBody>
      </p:sp>
      <p:pic>
        <p:nvPicPr>
          <p:cNvPr id="4" name="Picture 3" descr="07-subj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Track study time by subject, set weekly targets and exam dates. Rename without losing attribution; remove trackers without deleting tasks.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Edit a subject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07/31</a:t>
            </a:r>
          </a:p>
        </p:txBody>
      </p:sp>
      <p:pic>
        <p:nvPicPr>
          <p:cNvPr id="4" name="Picture 3" descr="08-subject-e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Subject name, exam date and weekly focus target remain under the student’s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Student: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08/31</a:t>
            </a:r>
          </a:p>
        </p:txBody>
      </p:sp>
      <p:pic>
        <p:nvPicPr>
          <p:cNvPr id="4" name="Picture 3" descr="05-student-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Review weekly completion, focus and subject trends. Optional AI interprets the shared numbers.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Notes and suggested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09/31</a:t>
            </a:r>
          </a:p>
        </p:txBody>
      </p:sp>
      <p:pic>
        <p:nvPicPr>
          <p:cNvPr id="4" name="Picture 3" descr="06-in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A guardian’s note is a conversation; a suggested goal is accepted or declined by the student.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Assigned classes and 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10/31</a:t>
            </a:r>
          </a:p>
        </p:txBody>
      </p:sp>
      <p:pic>
        <p:nvPicPr>
          <p:cNvPr id="4" name="Picture 3" descr="09-student-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Classes are hosted video links with completion marks. Homework carries instructions and an optional deadline.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Submit homework photos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11/31</a:t>
            </a:r>
          </a:p>
        </p:txBody>
      </p:sp>
      <p:pic>
        <p:nvPicPr>
          <p:cNvPr id="4" name="Picture 3" descr="10-homework-up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Choose one to three JPEG, PNG or WebP photos (8 MB each maximum). The app encrypts them before upload; guardian approval deletes hosted photos.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Sharing and guardian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12/31</a:t>
            </a:r>
          </a:p>
        </p:txBody>
      </p:sp>
      <p:pic>
        <p:nvPicPr>
          <p:cNvPr id="4" name="Picture 3" descr="11-sha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Review who receives results. Connecting accounts requires the configured server; this presentation uses local sample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Exactly what the guardian sees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13/31</a:t>
            </a:r>
          </a:p>
        </p:txBody>
      </p:sp>
      <p:pic>
        <p:nvPicPr>
          <p:cNvPr id="4" name="Picture 3" descr="12-share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Weekly counts, focus, up to four subject totals and the chosen headline—not private task text, notes, exam dates, targets or detailed reasons.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Guardian: student roster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14/31</a:t>
            </a:r>
          </a:p>
        </p:txBody>
      </p:sp>
      <p:pic>
        <p:nvPicPr>
          <p:cNvPr id="4" name="Picture 3" descr="13-guardian-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Search, filter freshness and sort students. Pending invitations and accepted links awaiting first results are different states.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Invite and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15/31</a:t>
            </a:r>
          </a:p>
        </p:txBody>
      </p:sp>
      <p:pic>
        <p:nvPicPr>
          <p:cNvPr id="4" name="Picture 3" descr="13-guardian-r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Invite by username, then share the code or QR link for the student to accept. Pending, linked and awaiting-first-results states stay distinct. This local demo does not create a live invitation.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Guardian: one student’s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16/31</a:t>
            </a:r>
          </a:p>
        </p:txBody>
      </p:sp>
      <p:pic>
        <p:nvPicPr>
          <p:cNvPr id="4" name="Picture 3" descr="15-guardian-we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The guardian reviews shared totals, charts, currentness and sent-plan progress—not the student’s private planner.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Plan in steps: day, week or month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17/31</a:t>
            </a:r>
          </a:p>
        </p:txBody>
      </p:sp>
      <p:pic>
        <p:nvPicPr>
          <p:cNvPr id="4" name="Picture 3" descr="17-step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Send editable suggestions with dates, subjects, effort and optional start/end times. Preview total effort before sending.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Start from exam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18/31</a:t>
            </a:r>
          </a:p>
        </p:txBody>
      </p:sp>
      <p:pic>
        <p:nvPicPr>
          <p:cNvPr id="4" name="Picture 3" descr="18-plan-temp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Templates create editable steps, not silent personal tasks. Current-period suggestions start today rather than assigning elapsed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Build a timed lesson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19/31</a:t>
            </a:r>
          </a:p>
        </p:txBody>
      </p:sp>
      <p:pic>
        <p:nvPicPr>
          <p:cNvPr id="4" name="Picture 3" descr="19-lesson-compos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Choose Iranian curriculum lessons (grades 10–12), field/grade, lesson times, rest days and prep links. A warning flags heavy pre-exam loads. Offline guardian plans queue for later delivery; sending requires a configured account link.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Student receives the guardian’s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20/31</a:t>
            </a:r>
          </a:p>
        </p:txBody>
      </p:sp>
      <p:pic>
        <p:nvPicPr>
          <p:cNvPr id="4" name="Picture 3" descr="28-student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Guardian → student: the same timed lessons and prep links. Student → guardian: ticks and daily reports. Ask for a plan, move unfinished work or request a change. Preview/print offers a narrative week and wall timetable.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The shared lesson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21/31</a:t>
            </a:r>
          </a:p>
        </p:txBody>
      </p:sp>
      <p:pic>
        <p:nvPicPr>
          <p:cNvPr id="4" name="Picture 3" descr="16-week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Student reports return completed lessons and an optional note. Guardian can mark seen, reply, react and approve. Missing reports do not block the panel, but can restrict lesson/report actions until catch-up. One weekly repair is 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Student asks; guardian decides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22/31</a:t>
            </a:r>
          </a:p>
        </p:txBody>
      </p:sp>
      <p:pic>
        <p:nvPicPr>
          <p:cNvPr id="4" name="Picture 3" descr="29-change-requ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Request a lesson addition/removal with a reason. Nothing changes until the guardian approves; decline can include a reply.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Change the remaining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23/31</a:t>
            </a:r>
          </a:p>
        </p:txBody>
      </p:sp>
      <p:pic>
        <p:nvPicPr>
          <p:cNvPr id="4" name="Picture 3" descr="25-change-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Guardian edits today/future lessons; past ticks and reports stay locked. At period end, summaries replace item detail; guardian sign-off closes a plan. Students can delete eligible old plans or plans from disconnected guardians.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Assign classes to students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24/31</a:t>
            </a:r>
          </a:p>
        </p:txBody>
      </p:sp>
      <p:pic>
        <p:nvPicPr>
          <p:cNvPr id="4" name="Picture 3" descr="20-guardian-cla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Write a class title, subject, description and external video link. Multi-select students; each keeps an independent completion status.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Assign and review 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25/31</a:t>
            </a:r>
          </a:p>
        </p:txBody>
      </p:sp>
      <p:pic>
        <p:nvPicPr>
          <p:cNvPr id="4" name="Picture 3" descr="21-guardian-ho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Assign instructions/deadlines to selected students. Review decrypts submitted photos; approval deletes hosted photos and retains status plus feedback. This local demo has no uploaded photos: live upload/review was not tested.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Support: notes, AI and meetings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26/31</a:t>
            </a:r>
          </a:p>
        </p:txBody>
      </p:sp>
      <p:pic>
        <p:nvPicPr>
          <p:cNvPr id="4" name="Picture 3" descr="22-sup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Optional AI suggests questions from shared results; edit a question into a note before sending. Generate a meeting one-pager. AI needs a configured service and sends request-relevant context to its provider; no live AI response is shown.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Praise and suggested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27/31</a:t>
            </a:r>
          </a:p>
        </p:txBody>
      </p:sp>
      <p:pic>
        <p:nvPicPr>
          <p:cNvPr id="4" name="Picture 3" descr="23-praise-go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Keep encouragement distinct from tasks. Goal suggestions become personal goals only when the student accepts.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Suggest a goal—with student consent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28/31</a:t>
            </a:r>
          </a:p>
        </p:txBody>
      </p:sp>
      <p:pic>
        <p:nvPicPr>
          <p:cNvPr id="4" name="Picture 3" descr="30-goal-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Guardian writes the goal, optional target and steps. The student chooses Take it on or Not now; accepting creates a personal goal.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Student on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29/31</a:t>
            </a:r>
          </a:p>
        </p:txBody>
      </p:sp>
      <p:pic>
        <p:nvPicPr>
          <p:cNvPr id="4" name="Picture 3" descr="24-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545" y="960120"/>
            <a:ext cx="4225308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Responsive tabs and touch-friendly controls support daily use. The same panels support light/dark themes and Persian RTL.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The same workspace in dark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30/31</a:t>
            </a:r>
          </a:p>
        </p:txBody>
      </p:sp>
      <p:pic>
        <p:nvPicPr>
          <p:cNvPr id="4" name="Picture 3" descr="31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Student and guardian workflows support light/dark themes, keyboard navigation and responsive layouts.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2435840" cy="502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600" b="1">
                <a:solidFill>
                  <a:srgbClr val="E9EFF7"/>
                </a:solidFill>
              </a:defRPr>
            </a:pPr>
            <a:r>
              <a:t>How both sides work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167360" y="320040"/>
            <a:ext cx="914400" cy="3200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0">
                <a:solidFill>
                  <a:srgbClr val="71D6C3"/>
                </a:solidFill>
              </a:defRPr>
            </a:pPr>
            <a:r>
              <a:t>31/31</a:t>
            </a:r>
          </a:p>
        </p:txBody>
      </p:sp>
      <p:pic>
        <p:nvPicPr>
          <p:cNvPr id="4" name="Picture 3" descr="12-share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" y="960120"/>
            <a:ext cx="13167360" cy="914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0259568"/>
            <a:ext cx="13167360" cy="777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500" b="0">
                <a:solidFill>
                  <a:srgbClr val="E9EFF7"/>
                </a:solidFill>
              </a:defRPr>
            </a:pPr>
            <a:r>
              <a:t>CONNECT → Guardian suggests a plan/assigns work → Student studies, ticks and reports → Guardian reviews, replies and supports → Both adapt. Weekly snapshots share totals, not private planner details. Remote delivery happens after sync.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091672"/>
            <a:ext cx="13167360" cy="1828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00" b="0">
                <a:solidFill>
                  <a:srgbClr val="71D6C3"/>
                </a:solidFill>
              </a:defRPr>
            </a:pPr>
            <a:r>
              <a:t>PLANNER  /  REAL APP SCREENSHOTS  /  FICTIONAL LOCAL SAMPLE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